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98" r:id="rId6"/>
  </p:sldMasterIdLst>
  <p:notesMasterIdLst>
    <p:notesMasterId r:id="rId7"/>
  </p:notesMasterIdLst>
  <p:sldIdLst>
    <p:sldId id="256" r:id="rId18"/>
    <p:sldId id="257" r:id="rId17"/>
    <p:sldId id="258" r:id="rId16"/>
    <p:sldId id="259" r:id="rId15"/>
    <p:sldId id="260" r:id="rId14"/>
    <p:sldId id="261" r:id="rId13"/>
  </p:sldIdLst>
  <p:sldSz cy="6858000" cx="12192000"/>
  <p:notesSz cx="6858000" cy="9144000"/>
  <p:embeddedFontLst>
    <p:embeddedFont>
      <p:font typeface="Red Hat Text Medium"/>
      <p:regular r:id="rId19"/>
      <p:bold r:id="rId20"/>
      <p:italic r:id="rId21"/>
      <p:boldItalic r:id="rId22"/>
    </p:embeddedFont>
    <p:embeddedFont>
      <p:font typeface="Red Hat Display Medium"/>
      <p:regular r:id="rId23"/>
      <p:bold r:id="rId24"/>
      <p:italic r:id="rId25"/>
      <p:boldItalic r:id="rId26"/>
    </p:embeddedFont>
    <p:embeddedFont>
      <p:font typeface="Red Hat Display"/>
      <p:regular r:id="rId27"/>
      <p:bold r:id="rId28"/>
      <p:italic r:id="rId29"/>
      <p:boldItalic r:id="rId30"/>
    </p:embeddedFont>
    <p:embeddedFont>
      <p:font typeface="Red Hat Text"/>
      <p:regular r:id="rId31"/>
      <p:bold r:id="rId32"/>
      <p:italic r:id="rId33"/>
      <p:boldItalic r:id="rId34"/>
    </p:embeddedFont>
    <p:embeddedFont>
      <p:font typeface="Red Hat Display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58">
          <p15:clr>
            <a:srgbClr val="9AA0A6"/>
          </p15:clr>
        </p15:guide>
      </p15:sldGuideLst>
    </p:ext>
    <p:ext uri="GoogleSlidesCustomDataVersion2">
      <go:slidesCustomData xmlns:go="http://customooxmlschemas.google.com/" r:id="rId37" roundtripDataSignature="AMtx7mh3Y+bziJrDmUKbD/kCY3e6Z9K9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9DF457-7E88-417E-9318-DE3D57A667E2}">
  <a:tblStyle styleId="{FC9DF457-7E88-417E-9318-DE3D57A667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5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.xml"/><Relationship Id="rId19" Type="http://schemas.openxmlformats.org/officeDocument/2006/relationships/font" Target="fonts/RedHatTextMedium-regular.fntdata"/><Relationship Id="rId20" Type="http://schemas.openxmlformats.org/officeDocument/2006/relationships/font" Target="fonts/RedHatTextMedium-bold.fntdata"/><Relationship Id="rId21" Type="http://schemas.openxmlformats.org/officeDocument/2006/relationships/font" Target="fonts/RedHatTextMedium-italic.fntdata"/><Relationship Id="rId22" Type="http://schemas.openxmlformats.org/officeDocument/2006/relationships/font" Target="fonts/RedHatTextMedium-boldItalic.fntdata"/><Relationship Id="rId23" Type="http://schemas.openxmlformats.org/officeDocument/2006/relationships/font" Target="fonts/RedHatDisplayMedium-regular.fntdata"/><Relationship Id="rId24" Type="http://schemas.openxmlformats.org/officeDocument/2006/relationships/font" Target="fonts/RedHatDisplayMedium-bold.fntdata"/><Relationship Id="rId25" Type="http://schemas.openxmlformats.org/officeDocument/2006/relationships/font" Target="fonts/RedHatDisplayMedium-italic.fntdata"/><Relationship Id="rId26" Type="http://schemas.openxmlformats.org/officeDocument/2006/relationships/font" Target="fonts/RedHatDisplayMedium-boldItalic.fntdata"/><Relationship Id="rId27" Type="http://schemas.openxmlformats.org/officeDocument/2006/relationships/font" Target="fonts/RedHatDisplay-regular.fntdata"/><Relationship Id="rId28" Type="http://schemas.openxmlformats.org/officeDocument/2006/relationships/font" Target="fonts/RedHatDisplay-bold.fntdata"/><Relationship Id="rId29" Type="http://schemas.openxmlformats.org/officeDocument/2006/relationships/font" Target="fonts/RedHatDisplay-italic.fntdata"/><Relationship Id="rId30" Type="http://schemas.openxmlformats.org/officeDocument/2006/relationships/font" Target="fonts/RedHatDisplay-boldItalic.fntdata"/><Relationship Id="rId31" Type="http://schemas.openxmlformats.org/officeDocument/2006/relationships/font" Target="fonts/RedHatText-regular.fntdata"/><Relationship Id="rId32" Type="http://schemas.openxmlformats.org/officeDocument/2006/relationships/font" Target="fonts/RedHatText-bold.fntdata"/><Relationship Id="rId33" Type="http://schemas.openxmlformats.org/officeDocument/2006/relationships/font" Target="fonts/RedHatText-italic.fntdata"/><Relationship Id="rId34" Type="http://schemas.openxmlformats.org/officeDocument/2006/relationships/font" Target="fonts/RedHatText-boldItalic.fntdata"/><Relationship Id="rId35" Type="http://schemas.openxmlformats.org/officeDocument/2006/relationships/font" Target="fonts/RedHatDisplayExtraBold-bold.fntdata"/><Relationship Id="rId36" Type="http://schemas.openxmlformats.org/officeDocument/2006/relationships/font" Target="fonts/RedHatDisplayExtraBold-boldItalic.fntdata"/><Relationship Id="rId3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" name="Google Shape;16;p1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" name="Google Shape;17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12" title="presentation-template-OpenShift-RH-lwetzel_cover-slide_A-dark.png"/>
          <p:cNvPicPr preferRelativeResize="0"/>
          <p:nvPr/>
        </p:nvPicPr>
        <p:blipFill rotWithShape="1">
          <a:blip r:embed="rId2">
            <a:alphaModFix/>
          </a:blip>
          <a:srcRect b="18208" l="66083" r="0" t="5064"/>
          <a:stretch/>
        </p:blipFill>
        <p:spPr>
          <a:xfrm>
            <a:off x="8404050" y="636650"/>
            <a:ext cx="3788027" cy="48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025" y="6191200"/>
            <a:ext cx="2247726" cy="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" name="Google Shape;24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1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0" name="Google Shape;30;p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10" y="6212235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1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0" name="Google Shape;40;p15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1" name="Google Shape;41;p1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" name="Google Shape;44;p1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1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46" name="Google Shape;46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0" name="Google Shape;50;p18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" name="Google Shape;51;p18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" name="Google Shape;52;p1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3" name="Google Shape;53;p1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54" name="Google Shape;54;p1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5" name="Google Shape;55;p1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56" name="Google Shape;56;p1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58" name="Google Shape;58;p1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" name="Google Shape;59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0" name="Google Shape;60;p1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1" name="Google Shape;61;p1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2446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4" name="Google Shape;64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9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66" name="Google Shape;66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9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9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9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19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19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12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4" name="Google Shape;74;p19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9" title="Logo-Red_Hat-Intel-A-Standard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5" name="Google Shape;85;p14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p14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" name="Google Shape;87;p14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9" name="Google Shape;89;p14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1" name="Google Shape;91;p14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93" name="Google Shape;93;p14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95" name="Google Shape;95;p14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6" name="Google Shape;96;p1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cxnSp>
        <p:nvCxnSpPr>
          <p:cNvPr id="100" name="Google Shape;100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6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6" name="Google Shape;106;p1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5" name="Google Shape;115;p1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6" name="Google Shape;116;p1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2" name="Google Shape;122;p20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23" name="Google Shape;123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38" name="Google Shape;138;p21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49" name="Google Shape;149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 1">
  <p:cSld name="TITLE_2_1_1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9" name="Google Shape;159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" name="Google Shape;161;p23" title="presentation-template-OpenShift-RH-lwetzel_cover-slide_collage-dark.png"/>
          <p:cNvPicPr preferRelativeResize="0"/>
          <p:nvPr/>
        </p:nvPicPr>
        <p:blipFill rotWithShape="1">
          <a:blip r:embed="rId2">
            <a:alphaModFix/>
          </a:blip>
          <a:srcRect b="14809" l="62774" r="0" t="12166"/>
          <a:stretch/>
        </p:blipFill>
        <p:spPr>
          <a:xfrm>
            <a:off x="8658550" y="933600"/>
            <a:ext cx="3533450" cy="38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5857028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72" name="Google Shape;172;p24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89" name="Google Shape;189;p2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09" name="Google Shape;209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2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5978524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14" name="Google Shape;214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2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021209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2" name="Google Shape;222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29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3026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3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0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34" name="Google Shape;234;p3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7" name="Google Shape;237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6" name="Google Shape;246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3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3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3" name="Google Shape;253;p3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4" name="Google Shape;254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6" name="Google Shape;256;p3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81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61" name="Google Shape;261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3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4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4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7" name="Google Shape;267;p34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34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3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841" y="62204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2" name="Google Shape;272;p35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3" name="Google Shape;273;p3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74" name="Google Shape;274;p35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7" name="Google Shape;277;p3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39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0" name="Google Shape;280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3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84" name="Google Shape;284;p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5" name="Google Shape;285;p3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88" name="Google Shape;288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293" name="Google Shape;293;p37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4" name="Google Shape;294;p3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97" name="Google Shape;297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3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38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7315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11" name="Google Shape;311;p3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8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" name="Google Shape;313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9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3" name="Google Shape;323;p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24" name="Google Shape;324;p3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5" name="Google Shape;325;p39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6" name="Google Shape;326;p3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32" name="Google Shape;33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0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0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40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6" name="Google Shape;336;p40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7" name="Google Shape;337;p4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38" name="Google Shape;338;p40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39" name="Google Shape;339;p4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186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342" name="Google Shape;342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4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46" name="Google Shape;346;p4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4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3" name="Google Shape;353;p4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54" name="Google Shape;354;p42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355" name="Google Shape;355;p4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58" name="Google Shape;358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4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2" name="Google Shape;362;p43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363" name="Google Shape;363;p4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66" name="Google Shape;366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0" name="Google Shape;370;p4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4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372" name="Google Shape;372;p4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73" name="Google Shape;373;p4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374" name="Google Shape;374;p4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6" name="Google Shape;376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4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4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" name="Google Shape;380;p4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1" name="Google Shape;381;p4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382" name="Google Shape;382;p4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3" name="Google Shape;383;p4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4" name="Google Shape;384;p4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5" name="Google Shape;385;p4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386" name="Google Shape;386;p4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7" name="Google Shape;387;p4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388" name="Google Shape;388;p4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89" name="Google Shape;389;p4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66" y="61653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2" name="Google Shape;392;p46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93" name="Google Shape;393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4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46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98" name="Google Shape;398;p46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9" name="Google Shape;399;p46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0" name="Google Shape;400;p46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01" name="Google Shape;401;p46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2" name="Google Shape;402;p46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03" name="Google Shape;403;p46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04" name="Google Shape;404;p4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05" name="Google Shape;405;p46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06" name="Google Shape;406;p4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4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2" name="Google Shape;412;p47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3" name="Google Shape;413;p47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14" name="Google Shape;414;p47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5" name="Google Shape;415;p47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16" name="Google Shape;416;p47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7" name="Google Shape;417;p47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418" name="Google Shape;418;p47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9" name="Google Shape;419;p4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20" name="Google Shape;420;p47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21" name="Google Shape;421;p4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4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7" name="Google Shape;427;p4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28" name="Google Shape;428;p48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29" name="Google Shape;429;p48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0" name="Google Shape;430;p48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1" name="Google Shape;431;p48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2" name="Google Shape;432;p48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3" name="Google Shape;433;p48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434" name="Google Shape;434;p48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35" name="Google Shape;435;p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436" name="Google Shape;436;p48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37" name="Google Shape;437;p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266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44" name="Google Shape;444;p49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5" name="Google Shape;445;p49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446" name="Google Shape;446;p49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47" name="Google Shape;447;p49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9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9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9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9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9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9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9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9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9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9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9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9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9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9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9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9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9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9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9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9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9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9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9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9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9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9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9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9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9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9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9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9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9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9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9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9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9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9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9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9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9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9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9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9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9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9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9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9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9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9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9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9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9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9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9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9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9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9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9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9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9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9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9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9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9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9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9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9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9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9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9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9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9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9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9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9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9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9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9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9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9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9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9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9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9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9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9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9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9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9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9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9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9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9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9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9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9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9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9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9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9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9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9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9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9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9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9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9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49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9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9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9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9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9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9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9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9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9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9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8" name="Google Shape;648;p4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49" name="Google Shape;649;p49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50" name="Google Shape;650;p49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8566" y="61645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5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6" name="Google Shape;656;p50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57" name="Google Shape;657;p50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58" name="Google Shape;658;p50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59" name="Google Shape;659;p50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0" name="Google Shape;660;p50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1" name="Google Shape;661;p50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662" name="Google Shape;662;p50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63" name="Google Shape;663;p50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pic>
        <p:nvPicPr>
          <p:cNvPr id="664" name="Google Shape;66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8" name="Google Shape;668;p5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69" name="Google Shape;669;p50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70" name="Google Shape;670;p5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2" name="Google Shape;672;p5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5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6" name="Google Shape;676;p51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77" name="Google Shape;677;p51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78" name="Google Shape;678;p51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79" name="Google Shape;679;p51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680" name="Google Shape;680;p51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681" name="Google Shape;68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1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4" name="Google Shape;684;p5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85" name="Google Shape;685;p51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686" name="Google Shape;686;p5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89" name="Google Shape;689;p5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0" name="Google Shape;690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5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52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694" name="Google Shape;694;p52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695" name="Google Shape;69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2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7773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8" name="Google Shape;698;p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5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2" name="Google Shape;702;p53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3" name="Google Shape;703;p53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4" name="Google Shape;704;p53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5" name="Google Shape;705;p53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6" name="Google Shape;706;p53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7" name="Google Shape;707;p53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8" name="Google Shape;708;p53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09" name="Google Shape;709;p53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0" name="Google Shape;710;p53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1" name="Google Shape;711;p5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12" name="Google Shape;712;p53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13" name="Google Shape;713;p5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5" name="Google Shape;715;p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5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9" name="Google Shape;719;p54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0" name="Google Shape;720;p54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1" name="Google Shape;721;p54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2" name="Google Shape;722;p54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3" name="Google Shape;723;p54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4" name="Google Shape;724;p54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5" name="Google Shape;725;p54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6" name="Google Shape;726;p54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7" name="Google Shape;727;p54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8" name="Google Shape;728;p54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29" name="Google Shape;729;p54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30" name="Google Shape;730;p5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31" name="Google Shape;731;p5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32" name="Google Shape;732;p5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33" name="Google Shape;733;p5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5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6" name="Google Shape;736;p55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737" name="Google Shape;737;p55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38" name="Google Shape;738;p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55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2" name="Google Shape;742;p55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3" name="Google Shape;743;p55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4" name="Google Shape;744;p55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5" name="Google Shape;745;p55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6" name="Google Shape;746;p55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747" name="Google Shape;747;p55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48" name="Google Shape;748;p5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0" name="Google Shape;750;p5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5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4" name="Google Shape;754;p56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/>
        </p:txBody>
      </p:sp>
      <p:sp>
        <p:nvSpPr>
          <p:cNvPr id="755" name="Google Shape;755;p5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56" name="Google Shape;756;p5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57" name="Google Shape;757;p5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58" name="Google Shape;758;p5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0" name="Google Shape;760;p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57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5" name="Google Shape;765;p5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6" name="Google Shape;766;p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767" name="Google Shape;767;p5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68" name="Google Shape;768;p5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12187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8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71" name="Google Shape;771;p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72" name="Google Shape;772;p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5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76" name="Google Shape;776;p5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9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79" name="Google Shape;779;p59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0" name="Google Shape;780;p59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781" name="Google Shape;781;p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5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83" name="Google Shape;783;p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59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86" name="Google Shape;78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8" name="Google Shape;788;p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9" name="Google Shape;789;p6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90" name="Google Shape;790;p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2" name="Google Shape;792;p6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3" name="Google Shape;793;p60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94" name="Google Shape;794;p60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95" name="Google Shape;795;p6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699196abe_36_13116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3" name="Google Shape;803;g3f699196abe_36_13116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699196abe_36_13116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5" name="Google Shape;805;g3f699196abe_36_13116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6" name="Google Shape;806;g3f699196abe_36_13116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7" name="Google Shape;807;g3f699196abe_36_13116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08" name="Google Shape;808;g3f699196abe_36_131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g3f699196abe_36_131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0" name="Google Shape;810;g3f699196abe_36_13116" title="presentation-template-OpenShift-RH-lwetzel_cover-slide_A-dark.png"/>
          <p:cNvPicPr preferRelativeResize="0"/>
          <p:nvPr/>
        </p:nvPicPr>
        <p:blipFill rotWithShape="1">
          <a:blip r:embed="rId2">
            <a:alphaModFix/>
          </a:blip>
          <a:srcRect b="18208" l="66083" r="0" t="5064"/>
          <a:stretch/>
        </p:blipFill>
        <p:spPr>
          <a:xfrm>
            <a:off x="8404050" y="636650"/>
            <a:ext cx="3788027" cy="482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g3f699196abe_36_1311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7025" y="6191200"/>
            <a:ext cx="2247726" cy="3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3" name="Google Shape;813;g3f699196abe_36_131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g3f699196abe_36_1312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15" name="Google Shape;815;g3f699196abe_36_131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g3f699196abe_36_131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g3f699196abe_36_1312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8" name="Google Shape;818;g3f699196abe_36_13127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19" name="Google Shape;819;g3f699196abe_36_13127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20" name="Google Shape;820;g3f699196abe_36_13127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21" name="Google Shape;821;g3f699196abe_36_1312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210" y="6212235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g3f699196abe_36_131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g3f699196abe_36_131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g3f699196abe_36_131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6" name="Google Shape;826;g3f699196abe_36_1313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7" name="Google Shape;827;g3f699196abe_36_13137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28" name="Google Shape;828;g3f699196abe_36_13137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829" name="Google Shape;829;g3f699196abe_36_13137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0" name="Google Shape;830;g3f699196abe_36_131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31" name="Google Shape;831;g3f699196abe_36_13137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32" name="Google Shape;832;g3f699196abe_36_1313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f699196abe_36_1314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35" name="Google Shape;835;g3f699196abe_36_1314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36" name="Google Shape;836;g3f699196abe_36_1314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37" name="Google Shape;837;g3f699196abe_36_131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g3f699196abe_36_131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9" name="Google Shape;839;g3f699196abe_36_131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0" name="Google Shape;840;g3f699196abe_36_1314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1" name="Google Shape;841;g3f699196abe_36_13148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42" name="Google Shape;842;g3f699196abe_36_13148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43" name="Google Shape;843;g3f699196abe_36_1314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4" name="Google Shape;844;g3f699196abe_36_1314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45" name="Google Shape;845;g3f699196abe_36_1314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6" name="Google Shape;846;g3f699196abe_36_1314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47" name="Google Shape;847;g3f699196abe_36_1314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8" name="Google Shape;848;g3f699196abe_36_1314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49" name="Google Shape;849;g3f699196abe_36_1314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0" name="Google Shape;850;g3f699196abe_36_131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51" name="Google Shape;851;g3f699196abe_36_1314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52" name="Google Shape;852;g3f699196abe_36_131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2446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f699196abe_36_1316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55" name="Google Shape;855;g3f699196abe_36_131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6" name="Google Shape;856;g3f699196abe_36_13168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857" name="Google Shape;857;g3f699196abe_36_1316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g3f699196abe_36_131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9" name="Google Shape;859;g3f699196abe_36_13168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699196abe_36_13168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61" name="Google Shape;861;g3f699196abe_36_13168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2" name="Google Shape;862;g3f699196abe_36_13168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3" name="Google Shape;863;g3f699196abe_36_13168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64" name="Google Shape;864;g3f699196abe_36_13168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12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865" name="Google Shape;865;g3f699196abe_36_13168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2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66" name="Google Shape;866;g3f699196abe_36_13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g3f699196abe_36_13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g3f699196abe_36_13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g3f699196abe_36_13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g3f699196abe_36_13168" title="Logo-Red_Hat-Intel-A-Standard-RG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" name="Google Shape;872;g3f699196abe_36_1318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g3f699196abe_36_131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g3f699196abe_36_131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5" name="Google Shape;875;g3f699196abe_36_1318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76" name="Google Shape;876;g3f699196abe_36_13186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7" name="Google Shape;877;g3f699196abe_36_13186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8" name="Google Shape;878;g3f699196abe_36_13186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79" name="Google Shape;879;g3f699196abe_36_13186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80" name="Google Shape;880;g3f699196abe_36_13186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1" name="Google Shape;881;g3f699196abe_36_13186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82" name="Google Shape;882;g3f699196abe_36_13186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3" name="Google Shape;883;g3f699196abe_36_13186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884" name="Google Shape;884;g3f699196abe_36_13186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5" name="Google Shape;885;g3f699196abe_36_1318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886" name="Google Shape;886;g3f699196abe_36_13186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887" name="Google Shape;887;g3f699196abe_36_1318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f699196abe_36_1320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90" name="Google Shape;890;g3f699196abe_36_1320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cxnSp>
        <p:nvCxnSpPr>
          <p:cNvPr id="891" name="Google Shape;891;g3f699196abe_36_1320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g3f699196abe_36_132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g3f699196abe_36_132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4" name="Google Shape;894;g3f699196abe_36_13203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95" name="Google Shape;895;g3f699196abe_36_13203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6" name="Google Shape;896;g3f699196abe_36_13203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897" name="Google Shape;897;g3f699196abe_36_132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9" name="Google Shape;899;g3f699196abe_36_132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g3f699196abe_36_132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g3f699196abe_36_132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2" name="Google Shape;902;g3f699196abe_36_1321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3" name="Google Shape;903;g3f699196abe_36_1321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904" name="Google Shape;904;g3f699196abe_36_1321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5" name="Google Shape;905;g3f699196abe_36_1321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906" name="Google Shape;906;g3f699196abe_36_1321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07" name="Google Shape;907;g3f699196abe_36_132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f699196abe_36_13223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f699196abe_36_13223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1" name="Google Shape;911;g3f699196abe_36_13223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2" name="Google Shape;912;g3f699196abe_36_13223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13" name="Google Shape;913;g3f699196abe_36_13223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14" name="Google Shape;914;g3f699196abe_36_132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5" name="Google Shape;915;g3f699196abe_36_132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6" name="Google Shape;916;g3f699196abe_36_13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f699196abe_36_13232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f699196abe_36_13232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0" name="Google Shape;920;g3f699196abe_36_13232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21" name="Google Shape;921;g3f699196abe_36_13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g3f699196abe_36_13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g3f699196abe_36_132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g3f699196abe_36_13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g3f699196abe_36_13232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6" name="Google Shape;926;g3f699196abe_36_13232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7" name="Google Shape;927;g3f699196abe_36_13232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8" name="Google Shape;928;g3f699196abe_36_13232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29" name="Google Shape;929;g3f699196abe_36_13232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g3f699196abe_36_132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1" name="Google Shape;931;g3f699196abe_36_132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2" name="Google Shape;932;g3f699196abe_36_132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f699196abe_36_13248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5" name="Google Shape;935;g3f699196abe_36_13248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699196abe_36_1324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7" name="Google Shape;937;g3f699196abe_36_1324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8" name="Google Shape;938;g3f699196abe_36_1324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9" name="Google Shape;939;g3f699196abe_36_1324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40" name="Google Shape;940;g3f699196abe_36_132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1" name="Google Shape;941;g3f699196abe_36_132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2" name="Google Shape;942;g3f699196abe_36_1324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 1">
  <p:cSld name="TITLE_2_1_1">
    <p:bg>
      <p:bgPr>
        <a:solidFill>
          <a:schemeClr val="dk1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f699196abe_36_13258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5" name="Google Shape;945;g3f699196abe_36_13258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f699196abe_36_1325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7" name="Google Shape;947;g3f699196abe_36_1325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8" name="Google Shape;948;g3f699196abe_36_1325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9" name="Google Shape;949;g3f699196abe_36_1325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50" name="Google Shape;950;g3f699196abe_36_132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g3f699196abe_36_132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2" name="Google Shape;952;g3f699196abe_36_13258" title="presentation-template-OpenShift-RH-lwetzel_cover-slide_collage-dark.png"/>
          <p:cNvPicPr preferRelativeResize="0"/>
          <p:nvPr/>
        </p:nvPicPr>
        <p:blipFill rotWithShape="1">
          <a:blip r:embed="rId2">
            <a:alphaModFix/>
          </a:blip>
          <a:srcRect b="14809" l="62774" r="0" t="12166"/>
          <a:stretch/>
        </p:blipFill>
        <p:spPr>
          <a:xfrm>
            <a:off x="8658550" y="933600"/>
            <a:ext cx="3533450" cy="38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g3f699196abe_36_1325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f699196abe_36_13269"/>
          <p:cNvSpPr/>
          <p:nvPr/>
        </p:nvSpPr>
        <p:spPr>
          <a:xfrm>
            <a:off x="0" y="5857028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56" name="Google Shape;956;g3f699196abe_36_13269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g3f699196abe_36_13269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958" name="Google Shape;958;g3f699196abe_36_13269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9" name="Google Shape;959;g3f699196abe_36_13269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0" name="Google Shape;960;g3f699196abe_36_13269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1" name="Google Shape;961;g3f699196abe_36_13269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2" name="Google Shape;962;g3f699196abe_36_13269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63" name="Google Shape;963;g3f699196abe_36_13269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g3f699196abe_36_132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5" name="Google Shape;965;g3f699196abe_36_132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6" name="Google Shape;966;g3f699196abe_36_132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g3f699196abe_36_13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g3f699196abe_36_13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g3f699196abe_36_132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g3f699196abe_36_13269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f699196abe_36_13286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3" name="Google Shape;973;g3f699196abe_36_13286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699196abe_36_13286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975" name="Google Shape;975;g3f699196abe_36_13286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6" name="Google Shape;976;g3f699196abe_36_13286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7" name="Google Shape;977;g3f699196abe_36_13286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8" name="Google Shape;978;g3f699196abe_36_13286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9" name="Google Shape;979;g3f699196abe_36_13286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80" name="Google Shape;980;g3f699196abe_36_1328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g3f699196abe_36_132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2" name="Google Shape;982;g3f699196abe_36_132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3" name="Google Shape;983;g3f699196abe_36_132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g3f699196abe_36_132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g3f699196abe_36_132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g3f699196abe_36_132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g3f699196abe_36_13286" title="Logo-Red_Hat-Intel-A-Standard-RGB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f699196abe_36_13303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0" name="Google Shape;990;g3f699196abe_36_1330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1" name="Google Shape;991;g3f699196abe_36_133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g3f699196abe_36_133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3" name="Google Shape;993;g3f699196abe_36_133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92816" y="62061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g3f699196abe_36_133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f699196abe_36_13309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7" name="Google Shape;997;g3f699196abe_36_13309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8" name="Google Shape;998;g3f699196abe_36_13309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99" name="Google Shape;999;g3f699196abe_36_13309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00" name="Google Shape;1000;g3f699196abe_36_1330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1" name="Google Shape;1001;g3f699196abe_36_1330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2" name="Google Shape;1002;g3f699196abe_36_13309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5978524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f699196abe_36_1331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05" name="Google Shape;1005;g3f699196abe_36_133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6" name="Google Shape;1006;g3f699196abe_36_133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7" name="Google Shape;1007;g3f699196abe_36_133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08" name="Google Shape;1008;g3f699196abe_36_1331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1009" name="Google Shape;1009;g3f699196abe_36_133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0" name="Google Shape;1010;g3f699196abe_36_13318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2816" y="6021209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699196abe_36_13326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13" name="Google Shape;1013;g3f699196abe_36_133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g3f699196abe_36_133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5" name="Google Shape;1015;g3f699196abe_36_1332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16" name="Google Shape;1016;g3f699196abe_36_13326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7" name="Google Shape;1017;g3f699196abe_36_133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8" name="Google Shape;1018;g3f699196abe_36_13326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3026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0" name="Google Shape;1020;g3f699196abe_36_133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g3f699196abe_36_133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2" name="Google Shape;1022;g3f699196abe_36_1333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23" name="Google Shape;1023;g3f699196abe_36_133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4" name="Google Shape;1024;g3f699196abe_36_13334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25" name="Google Shape;1025;g3f699196abe_36_1333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1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f699196abe_36_1334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28" name="Google Shape;1028;g3f699196abe_36_133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9" name="Google Shape;1029;g3f699196abe_36_133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0" name="Google Shape;1030;g3f699196abe_36_133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31" name="Google Shape;1031;g3f699196abe_36_1334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1032" name="Google Shape;1032;g3f699196abe_36_1334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3" name="Google Shape;1033;g3f699196abe_36_133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4" name="Google Shape;1034;g3f699196abe_36_13341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f699196abe_36_13350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7" name="Google Shape;1037;g3f699196abe_36_133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g3f699196abe_36_133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9" name="Google Shape;1039;g3f699196abe_36_1335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40" name="Google Shape;1040;g3f699196abe_36_133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1" name="Google Shape;1041;g3f699196abe_36_13350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699196abe_36_13357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44" name="Google Shape;1044;g3f699196abe_36_13357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045" name="Google Shape;1045;g3f699196abe_36_133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6" name="Google Shape;1046;g3f699196abe_36_13357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47" name="Google Shape;1047;g3f699196abe_36_13357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g3f699196abe_36_133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9" name="Google Shape;1049;g3f699196abe_36_13357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81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f699196abe_36_13365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52" name="Google Shape;1052;g3f699196abe_36_133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3" name="Google Shape;1053;g3f699196abe_36_1336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54" name="Google Shape;1054;g3f699196abe_36_1336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g3f699196abe_36_133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6" name="Google Shape;1056;g3f699196abe_36_13365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7" name="Google Shape;1057;g3f699196abe_36_13365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58" name="Google Shape;1058;g3f699196abe_36_13365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9" name="Google Shape;1059;g3f699196abe_36_13365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g3f699196abe_36_13365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0841" y="622048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f699196abe_36_13376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63" name="Google Shape;1063;g3f699196abe_36_1337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4" name="Google Shape;1064;g3f699196abe_36_13376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65" name="Google Shape;1065;g3f699196abe_36_1337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g3f699196abe_36_133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7" name="Google Shape;1067;g3f699196abe_36_133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8" name="Google Shape;1068;g3f699196abe_36_1337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39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699196abe_36_13384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71" name="Google Shape;1071;g3f699196abe_36_1338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g3f699196abe_36_13384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g3f699196abe_36_1338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4" name="Google Shape;1074;g3f699196abe_36_1338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75" name="Google Shape;1075;g3f699196abe_36_1338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6" name="Google Shape;1076;g3f699196abe_36_13384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3132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f699196abe_36_1339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79" name="Google Shape;1079;g3f699196abe_36_1339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g3f699196abe_36_1339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1" name="Google Shape;1081;g3f699196abe_36_1339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2" name="Google Shape;1082;g3f699196abe_36_1339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3" name="Google Shape;1083;g3f699196abe_36_1339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084" name="Google Shape;1084;g3f699196abe_36_13392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85" name="Google Shape;1085;g3f699196abe_36_1339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699196abe_36_1340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88" name="Google Shape;1088;g3f699196abe_36_1340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g3f699196abe_36_1340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g3f699196abe_36_1340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1" name="Google Shape;1091;g3f699196abe_36_1340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2" name="Google Shape;1092;g3f699196abe_36_13401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f699196abe_36_13401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3f699196abe_36_13401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f699196abe_36_13401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f699196abe_36_13401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f699196abe_36_13401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g3f699196abe_36_13401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7315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9" name="Google Shape;1099;g3f699196abe_36_13401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97275" spcFirstLastPara="1" rIns="4572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g3f699196abe_36_1340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01" name="Google Shape;1101;g3f699196abe_36_13401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02" name="Google Shape;1102;g3f699196abe_36_1340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8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4" name="Google Shape;1104;g3f699196abe_36_134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g3f699196abe_36_134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6" name="Google Shape;1106;g3f699196abe_36_134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7" name="Google Shape;1107;g3f699196abe_36_1341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8" name="Google Shape;1108;g3f699196abe_36_1341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f699196abe_36_1341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f699196abe_36_13418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f699196abe_36_13418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f699196abe_36_13418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3" name="Google Shape;1113;g3f699196abe_36_1341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4" name="Google Shape;1114;g3f699196abe_36_134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15" name="Google Shape;1115;g3f699196abe_36_1341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16" name="Google Shape;1116;g3f699196abe_36_13418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68675" spcFirstLastPara="1" rIns="91440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117" name="Google Shape;1117;g3f699196abe_36_1341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9" name="Google Shape;1119;g3f699196abe_36_134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g3f699196abe_36_134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g3f699196abe_36_134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2" name="Google Shape;1122;g3f699196abe_36_1343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123" name="Google Shape;1123;g3f699196abe_36_134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g3f699196abe_36_13433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5" name="Google Shape;1125;g3f699196abe_36_13433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6" name="Google Shape;1126;g3f699196abe_36_13433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7" name="Google Shape;1127;g3f699196abe_36_13433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28" name="Google Shape;1128;g3f699196abe_36_1343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29" name="Google Shape;1129;g3f699196abe_36_13433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30" name="Google Shape;1130;g3f699196abe_36_1343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666" y="6186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f699196abe_36_1344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133" name="Google Shape;1133;g3f699196abe_36_134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g3f699196abe_36_134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5" name="Google Shape;1135;g3f699196abe_36_134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6" name="Google Shape;1136;g3f699196abe_36_1344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137" name="Google Shape;1137;g3f699196abe_36_1344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9" name="Google Shape;1139;g3f699196abe_36_134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g3f699196abe_36_134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g3f699196abe_36_134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2" name="Google Shape;1142;g3f699196abe_36_1345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3" name="Google Shape;1143;g3f699196abe_36_13453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44" name="Google Shape;1144;g3f699196abe_36_1345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45" name="Google Shape;1145;g3f699196abe_36_13453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146" name="Google Shape;1146;g3f699196abe_36_1345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f699196abe_36_1346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49" name="Google Shape;1149;g3f699196abe_36_1346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g3f699196abe_36_134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1" name="Google Shape;1151;g3f699196abe_36_134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2" name="Google Shape;1152;g3f699196abe_36_1346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3" name="Google Shape;1153;g3f699196abe_36_13462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154" name="Google Shape;1154;g3f699196abe_36_13462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f699196abe_36_1347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157" name="Google Shape;1157;g3f699196abe_36_134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g3f699196abe_36_134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g3f699196abe_36_134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0" name="Google Shape;1160;g3f699196abe_36_1347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61" name="Google Shape;1161;g3f699196abe_36_13470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2" name="Google Shape;1162;g3f699196abe_36_13470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163" name="Google Shape;1163;g3f699196abe_36_13470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4" name="Google Shape;1164;g3f699196abe_36_13470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1165" name="Google Shape;1165;g3f699196abe_36_1347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4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7" name="Google Shape;1167;g3f699196abe_36_134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g3f699196abe_36_134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g3f699196abe_36_134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0" name="Google Shape;1170;g3f699196abe_36_1348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1" name="Google Shape;1171;g3f699196abe_36_13481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72" name="Google Shape;1172;g3f699196abe_36_13481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173" name="Google Shape;1173;g3f699196abe_36_13481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74" name="Google Shape;1174;g3f699196abe_36_13481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75" name="Google Shape;1175;g3f699196abe_36_13481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76" name="Google Shape;1176;g3f699196abe_36_13481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177" name="Google Shape;1177;g3f699196abe_36_1348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78" name="Google Shape;1178;g3f699196abe_36_1348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79" name="Google Shape;1179;g3f699196abe_36_1348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80" name="Google Shape;1180;g3f699196abe_36_13481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66" y="61653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f699196abe_36_13496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83" name="Google Shape;1183;g3f699196abe_36_13496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84" name="Google Shape;1184;g3f699196abe_36_1349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g3f699196abe_36_1349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g3f699196abe_36_1349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7" name="Google Shape;1187;g3f699196abe_36_1349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8" name="Google Shape;1188;g3f699196abe_36_13496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89" name="Google Shape;1189;g3f699196abe_36_13496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190" name="Google Shape;1190;g3f699196abe_36_13496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1" name="Google Shape;1191;g3f699196abe_36_13496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192" name="Google Shape;1192;g3f699196abe_36_13496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3" name="Google Shape;1193;g3f699196abe_36_13496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194" name="Google Shape;1194;g3f699196abe_36_13496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5" name="Google Shape;1195;g3f699196abe_36_1349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196" name="Google Shape;1196;g3f699196abe_36_13496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97" name="Google Shape;1197;g3f699196abe_36_13496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9" name="Google Shape;1199;g3f699196abe_36_135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0" name="Google Shape;1200;g3f699196abe_36_135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1" name="Google Shape;1201;g3f699196abe_36_135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2" name="Google Shape;1202;g3f699196abe_36_1351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03" name="Google Shape;1203;g3f699196abe_36_13513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04" name="Google Shape;1204;g3f699196abe_36_13513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205" name="Google Shape;1205;g3f699196abe_36_13513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6" name="Google Shape;1206;g3f699196abe_36_13513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07" name="Google Shape;1207;g3f699196abe_36_13513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8" name="Google Shape;1208;g3f699196abe_36_13513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209" name="Google Shape;1209;g3f699196abe_36_13513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10" name="Google Shape;1210;g3f699196abe_36_1351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11" name="Google Shape;1211;g3f699196abe_36_13513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12" name="Google Shape;1212;g3f699196abe_36_1351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0291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4" name="Google Shape;1214;g3f699196abe_36_135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5" name="Google Shape;1215;g3f699196abe_36_135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g3f699196abe_36_135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7" name="Google Shape;1217;g3f699196abe_36_1352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8" name="Google Shape;1218;g3f699196abe_36_1352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219" name="Google Shape;1219;g3f699196abe_36_13528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0" name="Google Shape;1220;g3f699196abe_36_13528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1" name="Google Shape;1221;g3f699196abe_36_13528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2" name="Google Shape;1222;g3f699196abe_36_13528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3" name="Google Shape;1223;g3f699196abe_36_13528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4" name="Google Shape;1224;g3f699196abe_36_13528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9pPr>
          </a:lstStyle>
          <a:p/>
        </p:txBody>
      </p:sp>
      <p:sp>
        <p:nvSpPr>
          <p:cNvPr id="1225" name="Google Shape;1225;g3f699196abe_36_13528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26" name="Google Shape;1226;g3f699196abe_36_1352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227" name="Google Shape;1227;g3f699196abe_36_13528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228" name="Google Shape;1228;g3f699196abe_36_13528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3266" y="62086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0" name="Google Shape;1230;g3f699196abe_36_135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1" name="Google Shape;1231;g3f699196abe_36_135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2" name="Google Shape;1232;g3f699196abe_36_135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3" name="Google Shape;1233;g3f699196abe_36_1354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4" name="Google Shape;1234;g3f699196abe_36_13544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35" name="Google Shape;1235;g3f699196abe_36_13544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6" name="Google Shape;1236;g3f699196abe_36_13544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237" name="Google Shape;1237;g3f699196abe_36_13544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8" name="Google Shape;1238;g3f699196abe_36_13544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g3f699196abe_36_13544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g3f699196abe_36_13544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g3f699196abe_36_13544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3f699196abe_36_13544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g3f699196abe_36_13544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3f699196abe_36_13544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g3f699196abe_36_13544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g3f699196abe_36_13544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g3f699196abe_36_13544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g3f699196abe_36_13544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g3f699196abe_36_13544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g3f699196abe_36_13544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g3f699196abe_36_13544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g3f699196abe_36_13544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g3f699196abe_36_13544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3f699196abe_36_13544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3f699196abe_36_13544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g3f699196abe_36_13544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g3f699196abe_36_13544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g3f699196abe_36_13544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g3f699196abe_36_13544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g3f699196abe_36_13544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g3f699196abe_36_13544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g3f699196abe_36_13544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g3f699196abe_36_13544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g3f699196abe_36_13544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g3f699196abe_36_13544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g3f699196abe_36_13544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g3f699196abe_36_13544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g3f699196abe_36_13544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g3f699196abe_36_13544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g3f699196abe_36_13544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g3f699196abe_36_13544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g3f699196abe_36_13544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g3f699196abe_36_13544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g3f699196abe_36_13544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g3f699196abe_36_13544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g3f699196abe_36_13544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g3f699196abe_36_13544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g3f699196abe_36_13544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g3f699196abe_36_13544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g3f699196abe_36_13544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g3f699196abe_36_13544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g3f699196abe_36_13544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g3f699196abe_36_13544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g3f699196abe_36_13544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3f699196abe_36_13544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g3f699196abe_36_13544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g3f699196abe_36_13544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g3f699196abe_36_13544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g3f699196abe_36_13544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g3f699196abe_36_13544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g3f699196abe_36_13544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g3f699196abe_36_13544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3f699196abe_36_13544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g3f699196abe_36_13544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g3f699196abe_36_13544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3f699196abe_36_13544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g3f699196abe_36_13544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g3f699196abe_36_13544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g3f699196abe_36_13544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g3f699196abe_36_13544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g3f699196abe_36_13544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3f699196abe_36_13544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3f699196abe_36_13544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g3f699196abe_36_13544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3f699196abe_36_13544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g3f699196abe_36_13544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g3f699196abe_36_13544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g3f699196abe_36_13544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g3f699196abe_36_13544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g3f699196abe_36_13544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g3f699196abe_36_13544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3f699196abe_36_13544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g3f699196abe_36_13544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3f699196abe_36_13544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g3f699196abe_36_13544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g3f699196abe_36_13544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f699196abe_36_13544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g3f699196abe_36_13544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g3f699196abe_36_13544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g3f699196abe_36_13544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g3f699196abe_36_13544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g3f699196abe_36_13544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g3f699196abe_36_13544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g3f699196abe_36_13544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g3f699196abe_36_13544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g3f699196abe_36_13544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3f699196abe_36_13544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3f699196abe_36_13544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3f699196abe_36_13544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3f699196abe_36_13544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3f699196abe_36_13544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g3f699196abe_36_13544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g3f699196abe_36_13544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g3f699196abe_36_13544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g3f699196abe_36_13544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g3f699196abe_36_13544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g3f699196abe_36_13544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g3f699196abe_36_13544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g3f699196abe_36_13544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g3f699196abe_36_13544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g3f699196abe_36_13544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g3f699196abe_36_13544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g3f699196abe_36_13544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g3f699196abe_36_13544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g3f699196abe_36_13544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g3f699196abe_36_13544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g3f699196abe_36_13544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g3f699196abe_36_13544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g3f699196abe_36_13544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g3f699196abe_36_13544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g3f699196abe_36_13544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g3f699196abe_36_13544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g3f699196abe_36_13544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g3f699196abe_36_13544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g3f699196abe_36_13544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g3f699196abe_36_13544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g3f699196abe_36_13544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g3f699196abe_36_13544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g3f699196abe_36_13544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g3f699196abe_36_13544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g3f699196abe_36_13544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g3f699196abe_36_13544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f699196abe_36_13544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g3f699196abe_36_13544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g3f699196abe_36_13544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g3f699196abe_36_13544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g3f699196abe_36_13544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g3f699196abe_36_13544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g3f699196abe_36_13544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g3f699196abe_36_13544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g3f699196abe_36_13544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g3f699196abe_36_13544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g3f699196abe_36_13544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g3f699196abe_36_13544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g3f699196abe_36_13544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g3f699196abe_36_13544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g3f699196abe_36_13544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g3f699196abe_36_13544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g3f699196abe_36_13544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g3f699196abe_36_13544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g3f699196abe_36_13544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g3f699196abe_36_13544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g3f699196abe_36_13544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g3f699196abe_36_13544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g3f699196abe_36_13544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g3f699196abe_36_13544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g3f699196abe_36_13544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g3f699196abe_36_13544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g3f699196abe_36_13544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g3f699196abe_36_13544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g3f699196abe_36_13544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g3f699196abe_36_13544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g3f699196abe_36_13544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g3f699196abe_36_13544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g3f699196abe_36_13544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g3f699196abe_36_13544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g3f699196abe_36_13544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g3f699196abe_36_13544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g3f699196abe_36_13544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g3f699196abe_36_13544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g3f699196abe_36_13544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g3f699196abe_36_13544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g3f699196abe_36_13544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g3f699196abe_36_13544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3f699196abe_36_13544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g3f699196abe_36_13544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g3f699196abe_36_13544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g3f699196abe_36_13544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g3f699196abe_36_13544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g3f699196abe_36_13544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g3f699196abe_36_13544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g3f699196abe_36_13544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g3f699196abe_36_13544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g3f699196abe_36_13544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g3f699196abe_36_13544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g3f699196abe_36_13544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g3f699196abe_36_13544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g3f699196abe_36_13544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g3f699196abe_36_13544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g3f699196abe_36_13544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g3f699196abe_36_13544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g3f699196abe_36_13544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g3f699196abe_36_13544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g3f699196abe_36_13544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g3f699196abe_36_13544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g3f699196abe_36_13544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g3f699196abe_36_13544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g3f699196abe_36_13544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g3f699196abe_36_13544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g3f699196abe_36_13544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g3f699196abe_36_13544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g3f699196abe_36_13544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g3f699196abe_36_13544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g3f699196abe_36_13544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g3f699196abe_36_13544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g3f699196abe_36_13544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g3f699196abe_36_13544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g3f699196abe_36_13544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9" name="Google Shape;1439;g3f699196abe_36_1354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440" name="Google Shape;1440;g3f699196abe_36_13544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41" name="Google Shape;1441;g3f699196abe_36_13544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8566" y="616457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3" name="Google Shape;1443;g3f699196abe_36_137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4" name="Google Shape;1444;g3f699196abe_36_137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5" name="Google Shape;1445;g3f699196abe_36_137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6" name="Google Shape;1446;g3f699196abe_36_137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47" name="Google Shape;1447;g3f699196abe_36_13757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8" name="Google Shape;1448;g3f699196abe_36_13757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9" name="Google Shape;1449;g3f699196abe_36_13757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50" name="Google Shape;1450;g3f699196abe_36_13757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51" name="Google Shape;1451;g3f699196abe_36_13757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52" name="Google Shape;1452;g3f699196abe_36_13757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53" name="Google Shape;1453;g3f699196abe_36_13757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54" name="Google Shape;1454;g3f699196abe_36_13757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pic>
        <p:nvPicPr>
          <p:cNvPr id="1455" name="Google Shape;1455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g3f699196abe_36_137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g3f699196abe_36_1375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59" name="Google Shape;1459;g3f699196abe_36_137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460" name="Google Shape;1460;g3f699196abe_36_1375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61" name="Google Shape;1461;g3f699196abe_36_1375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g3f699196abe_36_137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g3f699196abe_36_137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5" name="Google Shape;1465;g3f699196abe_36_137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6" name="Google Shape;1466;g3f699196abe_36_1377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67" name="Google Shape;1467;g3f699196abe_36_13777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68" name="Google Shape;1468;g3f699196abe_36_13777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69" name="Google Shape;1469;g3f699196abe_36_13777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70" name="Google Shape;1470;g3f699196abe_36_13777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9pPr>
          </a:lstStyle>
          <a:p/>
        </p:txBody>
      </p:sp>
      <p:sp>
        <p:nvSpPr>
          <p:cNvPr id="1471" name="Google Shape;1471;g3f699196abe_36_13777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472" name="Google Shape;1472;g3f699196abe_36_137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g3f699196abe_36_137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g3f699196abe_36_13777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5" name="Google Shape;1475;g3f699196abe_36_1377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476" name="Google Shape;1476;g3f699196abe_36_13777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77" name="Google Shape;1477;g3f699196abe_36_13777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f699196abe_36_137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80" name="Google Shape;1480;g3f699196abe_36_137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1" name="Google Shape;1481;g3f699196abe_36_137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2" name="Google Shape;1482;g3f699196abe_36_137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3" name="Google Shape;1483;g3f699196abe_36_137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4" name="Google Shape;1484;g3f699196abe_36_1379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485" name="Google Shape;1485;g3f699196abe_36_1379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9pPr>
          </a:lstStyle>
          <a:p/>
        </p:txBody>
      </p:sp>
      <p:pic>
        <p:nvPicPr>
          <p:cNvPr id="1486" name="Google Shape;1486;g3f699196abe_36_137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7" name="Google Shape;1487;g3f699196abe_36_13793" title="Logo-Red_Hat-Intel-A-Standard-R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16" y="6177738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9" name="Google Shape;1489;g3f699196abe_36_1380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0" name="Google Shape;1490;g3f699196abe_36_138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1" name="Google Shape;1491;g3f699196abe_36_138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2" name="Google Shape;1492;g3f699196abe_36_1380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3" name="Google Shape;1493;g3f699196abe_36_13803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4" name="Google Shape;1494;g3f699196abe_36_13803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95" name="Google Shape;1495;g3f699196abe_36_13803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6" name="Google Shape;1496;g3f699196abe_36_13803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97" name="Google Shape;1497;g3f699196abe_36_13803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498" name="Google Shape;1498;g3f699196abe_36_13803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99" name="Google Shape;1499;g3f699196abe_36_13803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00" name="Google Shape;1500;g3f699196abe_36_13803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01" name="Google Shape;1501;g3f699196abe_36_13803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02" name="Google Shape;1502;g3f699196abe_36_1380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03" name="Google Shape;1503;g3f699196abe_36_13803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04" name="Google Shape;1504;g3f699196abe_36_1380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6" name="Google Shape;1506;g3f699196abe_36_138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7" name="Google Shape;1507;g3f699196abe_36_138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8" name="Google Shape;1508;g3f699196abe_36_138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9" name="Google Shape;1509;g3f699196abe_36_138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510" name="Google Shape;1510;g3f699196abe_36_13820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11" name="Google Shape;1511;g3f699196abe_36_13820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12" name="Google Shape;1512;g3f699196abe_36_13820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13" name="Google Shape;1513;g3f699196abe_36_13820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14" name="Google Shape;1514;g3f699196abe_36_13820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15" name="Google Shape;1515;g3f699196abe_36_13820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16" name="Google Shape;1516;g3f699196abe_36_13820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17" name="Google Shape;1517;g3f699196abe_36_13820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18" name="Google Shape;1518;g3f699196abe_36_13820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19" name="Google Shape;1519;g3f699196abe_36_13820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20" name="Google Shape;1520;g3f699196abe_36_13820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21" name="Google Shape;1521;g3f699196abe_36_13820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22" name="Google Shape;1522;g3f699196abe_36_138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23" name="Google Shape;1523;g3f699196abe_36_13820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24" name="Google Shape;1524;g3f699196abe_36_1382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f699196abe_36_13840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27" name="Google Shape;1527;g3f699196abe_36_13840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9pPr>
          </a:lstStyle>
          <a:p/>
        </p:txBody>
      </p:sp>
      <p:sp>
        <p:nvSpPr>
          <p:cNvPr id="1528" name="Google Shape;1528;g3f699196abe_36_1384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29" name="Google Shape;1529;g3f699196abe_36_138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0" name="Google Shape;1530;g3f699196abe_36_138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1" name="Google Shape;1531;g3f699196abe_36_138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2" name="Google Shape;1532;g3f699196abe_36_1384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3" name="Google Shape;1533;g3f699196abe_36_13840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4" name="Google Shape;1534;g3f699196abe_36_13840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35" name="Google Shape;1535;g3f699196abe_36_13840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6" name="Google Shape;1536;g3f699196abe_36_13840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37" name="Google Shape;1537;g3f699196abe_36_13840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538" name="Google Shape;1538;g3f699196abe_36_13840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539" name="Google Shape;1539;g3f699196abe_36_13840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8641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1" name="Google Shape;1541;g3f699196abe_36_138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2" name="Google Shape;1542;g3f699196abe_36_138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3" name="Google Shape;1543;g3f699196abe_36_138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4" name="Google Shape;1544;g3f699196abe_36_1385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5" name="Google Shape;1545;g3f699196abe_36_13855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SzPts val="1800"/>
              <a:buNone/>
              <a:defRPr/>
            </a:lvl9pPr>
          </a:lstStyle>
          <a:p/>
        </p:txBody>
      </p:sp>
      <p:sp>
        <p:nvSpPr>
          <p:cNvPr id="1546" name="Google Shape;1546;g3f699196abe_36_1385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47" name="Google Shape;1547;g3f699196abe_36_1385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48" name="Google Shape;1548;g3f699196abe_36_13855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49" name="Google Shape;1549;g3f699196abe_36_1385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0191" y="6093413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1" name="Google Shape;1551;g3f699196abe_36_1386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2" name="Google Shape;1552;g3f699196abe_36_138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3" name="Google Shape;1553;g3f699196abe_36_138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4" name="Google Shape;1554;g3f699196abe_36_1386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5" name="Google Shape;1555;g3f699196abe_36_13865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56" name="Google Shape;1556;g3f699196abe_36_1386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57" name="Google Shape;1557;g3f699196abe_36_1386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558" name="Google Shape;1558;g3f699196abe_36_13865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59" name="Google Shape;1559;g3f699196abe_36_1386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91" y="6121870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f699196abe_36_13875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1562" name="Google Shape;1562;g3f699196abe_36_1387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63" name="Google Shape;1563;g3f699196abe_36_138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g3f699196abe_36_138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5" name="Google Shape;1565;g3f699196abe_36_138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6" name="Google Shape;1566;g3f699196abe_36_1387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567" name="Google Shape;1567;g3f699196abe_36_13875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666" y="6169551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f699196abe_36_13883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70" name="Google Shape;1570;g3f699196abe_36_13883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71" name="Google Shape;1571;g3f699196abe_36_1388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572" name="Google Shape;1572;g3f699196abe_36_1388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3" name="Google Shape;1573;g3f699196abe_36_1388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74" name="Google Shape;1574;g3f699196abe_36_1388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5" name="Google Shape;1575;g3f699196abe_36_1388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6" name="Google Shape;1576;g3f699196abe_36_13883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77" name="Google Shape;1577;g3f699196abe_36_138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9" name="Google Shape;1579;g3f699196abe_36_138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0" name="Google Shape;1580;g3f699196abe_36_138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81" name="Google Shape;1581;g3f699196abe_36_138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2" name="Google Shape;1582;g3f699196abe_36_138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3" name="Google Shape;1583;g3f699196abe_36_138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4" name="Google Shape;1584;g3f699196abe_36_13893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85" name="Google Shape;1585;g3f699196abe_36_13893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86" name="Google Shape;1586;g3f699196abe_36_13893" title="Logo-Red_Hat-Intel-A-Standard-RG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741" y="6234626"/>
            <a:ext cx="2149350" cy="2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losing slide with Image (g3f699196abe_80_0)">
    <p:bg>
      <p:bgPr>
        <a:solidFill>
          <a:schemeClr val="lt1"/>
        </a:solidFill>
      </p:bgPr>
    </p:bg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f699196abe_36_1390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02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89" name="Google Shape;1589;g3f699196abe_36_1390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0" name="Google Shape;1590;g3f699196abe_36_13902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91" name="Google Shape;1591;g3f699196abe_36_13902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">
  <p:cSld name="Interior agenda light (g3f699196abe_73_0)">
    <p:bg>
      <p:bgPr>
        <a:solidFill>
          <a:schemeClr val="lt1"/>
        </a:solidFill>
      </p:bgPr>
    </p:bg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f699196abe_36_1473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94" name="Google Shape;1594;g3f699196abe_36_147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5" name="Google Shape;1595;g3f699196abe_36_1473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6" name="Google Shape;1596;g3f699196abe_36_14734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97" name="Google Shape;1597;g3f699196abe_36_14734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98" name="Google Shape;1598;g3f699196abe_36_14734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 1">
  <p:cSld name="Interior agenda light (g3f699196abe_66_0)">
    <p:bg>
      <p:bgPr>
        <a:solidFill>
          <a:schemeClr val="lt1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f699196abe_36_1474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01" name="Google Shape;1601;g3f699196abe_36_147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2" name="Google Shape;1602;g3f699196abe_36_1474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3" name="Google Shape;1603;g3f699196abe_36_14741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604" name="Google Shape;1604;g3f699196abe_36_14741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605" name="Google Shape;1605;g3f699196abe_36_1474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 1">
  <p:cSld name="Interior data three callouts (g3f699196abe_51_0)"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3f699196abe_36_14748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08" name="Google Shape;1608;g3f699196abe_36_14748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09" name="Google Shape;1609;g3f699196abe_36_14748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10" name="Google Shape;1610;g3f699196abe_36_147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1" name="Google Shape;1611;g3f699196abe_36_14748"/>
          <p:cNvSpPr txBox="1"/>
          <p:nvPr>
            <p:ph idx="4" type="subTitle"/>
          </p:nvPr>
        </p:nvSpPr>
        <p:spPr>
          <a:xfrm>
            <a:off x="3673775" y="6112763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2" name="Google Shape;1612;g3f699196abe_36_14748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13" name="Google Shape;1613;g3f699196abe_36_14748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614" name="Google Shape;1614;g3f699196abe_36_14748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15" name="Google Shape;1615;g3f699196abe_36_14748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616" name="Google Shape;1616;g3f699196abe_36_14748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17" name="Google Shape;1617;g3f699196abe_36_14748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400"/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400"/>
            </a:lvl9pPr>
          </a:lstStyle>
          <a:p/>
        </p:txBody>
      </p:sp>
      <p:sp>
        <p:nvSpPr>
          <p:cNvPr id="1618" name="Google Shape;1618;g3f699196abe_36_14748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19" name="Google Shape;1619;g3f699196abe_36_1474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600"/>
            </a:lvl9pPr>
          </a:lstStyle>
          <a:p/>
        </p:txBody>
      </p:sp>
      <p:sp>
        <p:nvSpPr>
          <p:cNvPr id="1620" name="Google Shape;1620;g3f699196abe_36_14748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 1 1 1">
  <p:cSld name="Interior agenda light (g3f699196abe_44_0)">
    <p:bg>
      <p:bgPr>
        <a:solidFill>
          <a:schemeClr val="lt1"/>
        </a:solidFill>
      </p:bgPr>
    </p:bg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f699196abe_36_1476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3890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23" name="Google Shape;1623;g3f699196abe_36_147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4" name="Google Shape;1624;g3f699196abe_36_1476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5" name="Google Shape;1625;g3f699196abe_36_14763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626" name="Google Shape;1626;g3f699196abe_36_14763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627" name="Google Shape;1627;g3f699196abe_36_14763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89.xml"/><Relationship Id="rId41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2.xml"/><Relationship Id="rId44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96.xml"/><Relationship Id="rId48" Type="http://schemas.openxmlformats.org/officeDocument/2006/relationships/slideLayout" Target="../slideLayouts/slideLayout97.xml"/><Relationship Id="rId49" Type="http://schemas.openxmlformats.org/officeDocument/2006/relationships/slideLayout" Target="../slideLayouts/slideLayout98.xml"/><Relationship Id="rId50" Type="http://schemas.openxmlformats.org/officeDocument/2006/relationships/slideLayout" Target="../slideLayouts/slideLayout99.xml"/><Relationship Id="rId51" Type="http://schemas.openxmlformats.org/officeDocument/2006/relationships/slideLayout" Target="../slideLayouts/slideLayout100.xml"/><Relationship Id="rId52" Type="http://schemas.openxmlformats.org/officeDocument/2006/relationships/slideLayout" Target="../slideLayouts/slideLayout101.xml"/><Relationship Id="rId53" Type="http://schemas.openxmlformats.org/officeDocument/2006/relationships/slideLayout" Target="../slideLayouts/slideLayout102.xml"/><Relationship Id="rId54" Type="http://schemas.openxmlformats.org/officeDocument/2006/relationships/slideLayout" Target="../slideLayouts/slideLayout103.xml"/><Relationship Id="rId5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i="0" lang="en" sz="700" u="none" cap="none" strike="noStrike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b="0" i="0" sz="700" u="none" cap="none" strike="noStrike">
              <a:solidFill>
                <a:srgbClr val="00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9" name="Google Shape;9;p1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b="0" i="0" sz="800" u="none" cap="none" strike="noStrike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699196abe_36_1311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b="0" i="0" sz="34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98" name="Google Shape;798;g3f699196abe_36_131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marR="0" rtl="0" algn="l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Red Hat Display"/>
              <a:buChar char="･"/>
              <a:defRPr b="0" i="0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99" name="Google Shape;799;g3f699196abe_36_1311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i="0" lang="en" sz="700" u="none" cap="none" strike="noStrike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b="0" i="0" lang="en" sz="7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b="0" i="0" sz="700" u="none" cap="none" strike="noStrike">
              <a:solidFill>
                <a:srgbClr val="00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800" name="Google Shape;800;g3f699196abe_36_13111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b="0" i="0" sz="800" u="none" cap="none" strike="noStrike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48" r:id="rId50"/>
    <p:sldLayoutId id="2147483749" r:id="rId51"/>
    <p:sldLayoutId id="2147483750" r:id="rId52"/>
    <p:sldLayoutId id="2147483751" r:id="rId53"/>
    <p:sldLayoutId id="2147483752" r:id="rId5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4D4D4"/>
                </a:solidFill>
                <a:latin typeface="Red Hat Display"/>
              </a:rPr>
              <a:t>Immutable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Red Hat Display"/>
              </a:rPr>
              <a:t>Cryptographic Provenance
for MLflow Registries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D4D4D4"/>
                </a:solidFill>
                <a:latin typeface="Red Hat Display"/>
              </a:rPr>
              <a:t>A proof layer for model lifecycle attestation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Jonathan Kershaw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Red Hat Display Medium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EE0000"/>
                </a:solidFill>
                <a:latin typeface="Red Hat Display"/>
              </a:rPr>
              <a:t>MLflow has no cryptographic provenance.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601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Red Hat Display"/>
              </a:rPr>
              <a:t>Models move from experiment to production with metadata but no tamper evidence. There is no content hashing, no signing, no audit chain linking a registered model back to its training run with cryptographic proof. If a model artifact is modified after registration, nothing detects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320040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No content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Red Hat Display"/>
              </a:rPr>
              <a:t>Artifacts are stored by path,
not by verified digest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657600"/>
            <a:ext cx="320040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93192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No lifecycle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Red Hat Display"/>
              </a:rPr>
              <a:t>Stage transitions have metadata
but no tamper-evident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657600"/>
            <a:ext cx="320040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931920"/>
            <a:ext cx="2651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No cross-system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5720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Red Hat Display"/>
              </a:rPr>
              <a:t>Promotion decisions can't be
verified outside MLflow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Red Hat Display Medium"/>
              </a:rPr>
              <a:t>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51515"/>
                </a:solidFill>
                <a:latin typeface="Red Hat Display"/>
              </a:rPr>
              <a:t>Three layers. Zero MLflow code changes for layer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73152" cy="1280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51515"/>
                </a:solidFill>
                <a:latin typeface="Red Hat Display"/>
              </a:rPr>
              <a:t>Webhook Listener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 webhook fires on model_version.created,
alias assignments, tag changes. Listener writes
proof receipts to the ledger. No MLflow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116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>
                <a:solidFill>
                  <a:srgbClr val="10B981"/>
                </a:solidFill>
                <a:latin typeface="Red Hat Display"/>
              </a:rPr>
              <a:t>Ready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73152" cy="12801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51515"/>
                </a:solidFill>
                <a:latin typeface="Red Hat Display"/>
              </a:rPr>
              <a:t>Artifact Wrapper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5486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ArtifactRepository decorator computes SHA-256
on log_artifact and records content hash to
the ledger. MLflow plugin entry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5661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>
                <a:solidFill>
                  <a:srgbClr val="6B7280"/>
                </a:solidFill>
                <a:latin typeface="Red Hat Display"/>
              </a:rP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73152" cy="12801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51515"/>
                </a:solidFill>
                <a:latin typeface="Red Hat Display"/>
              </a:rPr>
              <a:t>Registry Wrapper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5486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AbstractStore wrapper intercepts create_model_version,
transition_stage, set_alias. Full provenance chain
from experiment to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1206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>
                <a:solidFill>
                  <a:srgbClr val="6B7280"/>
                </a:solidFill>
                <a:latin typeface="Red Hat Display"/>
              </a:rPr>
              <a:t>Phase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Red Hat Display Medium"/>
              </a:rPr>
              <a:t>What We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51515"/>
                </a:solidFill>
                <a:latin typeface="Red Hat Display"/>
              </a:rPr>
              <a:t>Five lifecycle events. All chains verified.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Smoke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0B981"/>
                </a:solidFill>
                <a:latin typeface="Red Hat Display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51515"/>
                </a:solidFill>
                <a:latin typeface="Red Hat Display"/>
              </a:rPr>
              <a:t>Register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mlflow.registered_model.created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46888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10B981"/>
                </a:solidFill>
                <a:latin typeface="Red Hat Display"/>
              </a:rPr>
              <a:t>proof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0B981"/>
                </a:solidFill>
                <a:latin typeface="Red Hat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51515"/>
                </a:solidFill>
                <a:latin typeface="Red Hat Display"/>
              </a:rPr>
              <a:t>Create model version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718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mlflow.model_version.created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97180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10B981"/>
                </a:solidFill>
                <a:latin typeface="Red Hat Display"/>
              </a:rPr>
              <a:t>proof receipt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0B981"/>
                </a:solidFill>
                <a:latin typeface="Red Hat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747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51515"/>
                </a:solidFill>
                <a:latin typeface="Red Hat Display"/>
              </a:rPr>
              <a:t>Create model version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747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mlflow.model_version.created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7472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10B981"/>
                </a:solidFill>
                <a:latin typeface="Red Hat Display"/>
              </a:rPr>
              <a:t>proof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4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0B981"/>
                </a:solidFill>
                <a:latin typeface="Red Hat Display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51515"/>
                </a:solidFill>
                <a:latin typeface="Red Hat Display"/>
              </a:rPr>
              <a:t>Promote v2 to 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776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mlflow.model_version_alias.created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9776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10B981"/>
                </a:solidFill>
                <a:latin typeface="Red Hat Display"/>
              </a:rPr>
              <a:t>proof receipt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0B981"/>
                </a:solidFill>
                <a:latin typeface="Red Hat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0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51515"/>
                </a:solidFill>
                <a:latin typeface="Red Hat Display"/>
              </a:rPr>
              <a:t>Tag v2 as 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4805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mlflow.model_version_tag.set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480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10B981"/>
                </a:solidFill>
                <a:latin typeface="Red Hat Display"/>
              </a:rPr>
              <a:t>proof receipt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Red Hat Display"/>
              </a:rPr>
              <a:t>Each event produces a tamper-evident proof receipt with SHA-256 hash chain. Independent chain verification confirmed all entries cryptographically intact. 10 unit tests + live integration test against running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Red Hat Display Medium"/>
              </a:rPr>
              <a:t>What This Enables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EE0000"/>
                </a:solidFill>
                <a:latin typeface="Red Hat Display"/>
              </a:rPr>
              <a:t>Attestation for assets. Verified from training to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Model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480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Every model version linked to its training run,
artifact hash, and promotion decision with
cryptographic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502920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Cross-system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480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Proof receipts travel with the model.
Any system can verify without calling
back to MLflow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Compliance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480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Immutable, append-only evidence chain.
DB role enforced: no UPDATE, no DELETE.
Who promoted what, when, and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114800"/>
            <a:ext cx="502920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Registry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480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Red Hat Display"/>
              </a:rPr>
              <a:t>Detect post-registration artifact tampering.
Content-addressed storage proves the model
you deploy is the model you approved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Red Hat Display"/>
              </a:rPr>
              <a:t>Immutable Ledger +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D4D4D4"/>
                </a:solidFill>
                <a:latin typeface="Red Hat Display"/>
              </a:rPr>
              <a:t>Proof infrastructure for the model registry.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4D4D4"/>
                </a:solidFill>
                <a:latin typeface="Red Hat Display"/>
              </a:rPr>
              <a:t>•  Webhook listener ready today — zero MLflow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59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4D4D4"/>
                </a:solidFill>
                <a:latin typeface="Red Hat Display"/>
              </a:rPr>
              <a:t>•  Artifact hashing and registry wrapper as follow-on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4D4D4"/>
                </a:solidFill>
                <a:latin typeface="Red Hat Display"/>
              </a:rPr>
              <a:t>•  Looking for alignment with registry and attestation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Red Hat Display"/>
              </a:rPr>
              <a:t>Jonathan Kershaw  •  jkershaw@redhat.com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